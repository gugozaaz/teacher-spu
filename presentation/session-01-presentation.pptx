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Content]</a:t>
            </a:r>
          </a:p>
          <a:p>
            <a:r>
              <a:t>Data Science คืออะไร</a:t>
            </a:r>
          </a:p>
          <a:p>
            <a:r>
              <a:t>และทำไมเจ้าของธุรกิจต้องรู้</a:t>
            </a:r>
          </a:p>
          <a:p>
            <a:r>
              <a:t>ภาคเรียนที่ 1/2569</a:t>
            </a:r>
          </a:p>
          <a:p>
            <a:r>
              <a:t>ครั้งที่ 1 / 15</a:t>
            </a:r>
          </a:p>
          <a:p>
            <a:r>
              <a:t>Data Science คืออะไร</a:t>
            </a:r>
          </a:p>
          <a:p>
            <a:r>
              <a:t>และทำไมเจ้าของธุรกิจต้องรู้</a:t>
            </a:r>
          </a:p>
          <a:p>
            <a:r>
              <a:t>Fundamentals of Data Science (พื้นฐานวิทยาการข้อมูล)</a:t>
            </a:r>
          </a:p>
          <a:p>
            <a:r>
              <a:t>ผู้สอน: อาจารย์สุรชัย โกยสันติสุข | คณะการสร้างเจ้าของธุรกิจ มหาวิทยาลัยศรีปทุม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Content]</a:t>
            </a:r>
          </a:p>
          <a:p>
            <a:r>
              <a:t> Course Orientation</a:t>
            </a:r>
          </a:p>
          <a:p>
            <a:r>
              <a:t>Module 1: Data Thinking</a:t>
            </a:r>
          </a:p>
          <a:p>
            <a:r>
              <a:t>สบายใจได้... วิชานี้ "ไม่ต้องเขียนโค้ด!"</a:t>
            </a:r>
          </a:p>
          <a:p>
            <a:r>
              <a:t> สิ่งที่วิชานี้ "ไม่ใช่"</a:t>
            </a:r>
          </a:p>
          <a:p>
            <a:r>
              <a:t>ไม่ใช่การนั่งท่องจำโค้ด Python หรือ R</a:t>
            </a:r>
          </a:p>
          <a:p>
            <a:r>
              <a:t>ไม่ใช่การคำนวณสูตรคณิตศาสตร์/แคลคูลัส</a:t>
            </a:r>
          </a:p>
          <a:p>
            <a:r>
              <a:t>ไม่ใช่การเขียนโปรแกรมคอมพิวเตอร์ทั้งวัน</a:t>
            </a:r>
          </a:p>
          <a:p>
            <a:r>
              <a:t>ไม่ใช่การฝึกให้คุณไปเป็น Programmer</a:t>
            </a:r>
          </a:p>
          <a:p>
            <a:r>
              <a:t> สิ่งที่วิชานี้ "มุ่งเน้น"</a:t>
            </a:r>
          </a:p>
          <a:p>
            <a:r>
              <a:t>Data Thinking: มองปัญหาธุรกิจผ่านเลนส์ข้อมูล</a:t>
            </a:r>
          </a:p>
          <a:p>
            <a:r>
              <a:t>ตั้งคำถามที่ทรงพลัง: ถามให้ตรงจุดเพื่อแก้ปัญหาธุรกิจ</a:t>
            </a:r>
          </a:p>
          <a:p>
            <a:r>
              <a:t>Excel Master: จัดการและวิเคราะห์ข้อมูลอย่างคล่องแคล่ว</a:t>
            </a:r>
          </a:p>
          <a:p>
            <a:r>
              <a:t>AI Copilot: ใช้ ChatGPT/Gemini/Claude ช่วยหา Insight</a:t>
            </a:r>
          </a:p>
          <a:p>
            <a:r>
              <a:t>💡 เป้าหมาย: สร้างคุณให้เป็น "เจ้าของธุรกิจที่ใช้ข้อมูลและ AI ขับเคลื่อนการตัดสินใจ (Data-Driven Entrepreneur)"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Content]</a:t>
            </a:r>
          </a:p>
          <a:p>
            <a:r>
              <a:t> ภาพรวมหลักสูตร 15 ครั้ง</a:t>
            </a:r>
          </a:p>
          <a:p>
            <a:r>
              <a:t>5 Modules to Master</a:t>
            </a:r>
          </a:p>
          <a:p>
            <a:r>
              <a:t>แผนที่การเรียนรู้ 15 สัปดาห์</a:t>
            </a:r>
          </a:p>
          <a:p>
            <a:r>
              <a:t>MODULE 1 (ครั้งที่ 1-3)</a:t>
            </a:r>
          </a:p>
          <a:p>
            <a:r>
              <a:t>Data Thinking</a:t>
            </a:r>
          </a:p>
          <a:p>
            <a:r>
              <a:t>รู้จัก Data Science, ศิลปะการตั้งคำถามและสมมติฐาน,</a:t>
            </a:r>
          </a:p>
          <a:p>
            <a:r>
              <a:t>แหล่งข้อมูลธุรกิจ &amp; PDPA</a:t>
            </a:r>
          </a:p>
          <a:p>
            <a:r>
              <a:t>MODULE 2 (ครั้งที่ 4-5)</a:t>
            </a:r>
          </a:p>
          <a:p>
            <a:r>
              <a:t>เตรียมข้อมูลให้พร้อม</a:t>
            </a:r>
          </a:p>
          <a:p>
            <a:r>
              <a:t>หลักการ Tidy Data, โครงสร้างตาราง, Data Cleaning</a:t>
            </a:r>
          </a:p>
          <a:p>
            <a:r>
              <a:t>กำจัดขยะข้อมูลใน Excel</a:t>
            </a:r>
          </a:p>
          <a:p>
            <a:r>
              <a:t>MODULE 3 (ครั้งที่ 6-8)</a:t>
            </a:r>
          </a:p>
          <a:p>
            <a:r>
              <a:t>สถิติ &amp; AI Assistant</a:t>
            </a:r>
          </a:p>
          <a:p>
            <a:r>
              <a:t>สถิติธุรกิจ, การอ่านกราฟ Visualization, และ Prompt</a:t>
            </a:r>
          </a:p>
          <a:p>
            <a:r>
              <a:t>Engineering สำหรับ Data</a:t>
            </a:r>
          </a:p>
          <a:p>
            <a:r>
              <a:t>MODULE 4 (ครั้งที่ 9-11)</a:t>
            </a:r>
          </a:p>
          <a:p>
            <a:r>
              <a:t>วิเคราะห์เจาะลึกด้วย AI</a:t>
            </a:r>
          </a:p>
          <a:p>
            <a:r>
              <a:t>Correlation, การพยากรณ์ยอดขาย (Forecasting), แบ่งกลุ่มลูกค้า (Segmentation) &amp;</a:t>
            </a:r>
          </a:p>
          <a:p>
            <a:r>
              <a:t>What-If</a:t>
            </a:r>
          </a:p>
          <a:p>
            <a:r>
              <a:t>MODULE 5 (ครั้งที่ 12-15)</a:t>
            </a:r>
          </a:p>
          <a:p>
            <a:r>
              <a:t>Data Storytelling &amp; Project</a:t>
            </a:r>
          </a:p>
          <a:p>
            <a:r>
              <a:t>การเล่าเรื่องด้วยข้อมูล, จริยธรรม AI, พัฒนาโปรเจกต์กลุ่ม และนำเสนอผลงานจริง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Content]</a:t>
            </a:r>
          </a:p>
          <a:p>
            <a:r>
              <a:t> การวัดผลและการจัดสรรเวลา</a:t>
            </a:r>
          </a:p>
          <a:p>
            <a:r>
              <a:t>Course Structure</a:t>
            </a:r>
          </a:p>
          <a:p>
            <a:r>
              <a:t>สัดส่วนคะแนน &amp; การจัดสรรเวลา 150 นาที</a:t>
            </a:r>
          </a:p>
          <a:p>
            <a:r>
              <a:t> สัดส่วนคะแนน (100%)</a:t>
            </a:r>
          </a:p>
          <a:p>
            <a:r>
              <a:t>🎮 Quiz Game ท้ายคาบ (Kahoot)</a:t>
            </a:r>
          </a:p>
          <a:p>
            <a:r>
              <a:t>20%</a:t>
            </a:r>
          </a:p>
          <a:p>
            <a:r>
              <a:t>📝 Workshop &amp; การมีส่วนร่วม</a:t>
            </a:r>
          </a:p>
          <a:p>
            <a:r>
              <a:t>20%</a:t>
            </a:r>
          </a:p>
          <a:p>
            <a:r>
              <a:t>📑 ข้อสอบ Midterm (ครั้งที่ 1-8)</a:t>
            </a:r>
          </a:p>
          <a:p>
            <a:r>
              <a:t>20%</a:t>
            </a:r>
          </a:p>
          <a:p>
            <a:r>
              <a:t>🚀 โปรเจกต์กลุ่มวิเคราะห์ธุรกิจจริง</a:t>
            </a:r>
          </a:p>
          <a:p>
            <a:r>
              <a:t>40%</a:t>
            </a:r>
          </a:p>
          <a:p>
            <a:r>
              <a:t> ลำดับเวลาในแต่ละคาบ (150 นาที)</a:t>
            </a:r>
          </a:p>
          <a:p>
            <a:r>
              <a:t>ช่วงที่ 1: บรรยายเนื้อหา (50 นาที)</a:t>
            </a:r>
          </a:p>
          <a:p>
            <a:r>
              <a:t>09.00 - 09.50 น. | คอนเซ็ปต์, กรณีศึกษา และตัวอย่างจริง</a:t>
            </a:r>
          </a:p>
          <a:p>
            <a:r>
              <a:t>☕ พักเบรก (10 นาที) | 09.50 - 10.00 น.</a:t>
            </a:r>
          </a:p>
          <a:p>
            <a:r>
              <a:t>ช่วงที่ 2: Workshop ปฏิบัติการ (70 นาที)</a:t>
            </a:r>
          </a:p>
          <a:p>
            <a:r>
              <a:t>10.00 - 11.10 น. | ลงมือทำกลุ่มจริงด้วย Excel &amp; AI Chat</a:t>
            </a:r>
          </a:p>
          <a:p>
            <a:r>
              <a:t>ช่วงที่ 3: Kahoot Quiz &amp; สรุป (20 นาที)</a:t>
            </a:r>
          </a:p>
          <a:p>
            <a:r>
              <a:t>11.10 - 11.30 น. | แข่งขันตอบคำถามเก็บคะแนน + สรุปประเด็น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Content]</a:t>
            </a:r>
          </a:p>
          <a:p>
            <a:r>
              <a:t> The World of Data</a:t>
            </a:r>
          </a:p>
          <a:p>
            <a:r>
              <a:t>ทำไมยุคนี้ต้อง Data-Driven?</a:t>
            </a:r>
          </a:p>
          <a:p>
            <a:r>
              <a:t>ยุคที่ "ความรู้สึก" ไม่เพียงพอสำหรับธุรกิจ</a:t>
            </a:r>
          </a:p>
          <a:p>
            <a:r>
              <a:t> ตัดสินใจด้วยสัญชาตญาณ (Intuition)</a:t>
            </a:r>
          </a:p>
          <a:p>
            <a:r>
              <a:t>"ผมคิดว่าลูกค้าน่าจะชอบโปรนี้..."</a:t>
            </a:r>
          </a:p>
          <a:p>
            <a:r>
              <a:t>"เปิดร้านแถวนี้น่าจะขายดี คนเดินเยอะดี..."</a:t>
            </a:r>
          </a:p>
          <a:p>
            <a:r>
              <a:t>"สั่งของมาตุนไว้เยอะๆ ก่อน เผื่อขายหมด..."</a:t>
            </a:r>
          </a:p>
          <a:p>
            <a:r>
              <a:t>⚠️ ความเสี่ยง: สต็อกล้น, เงินจม, โปรโมชั่นแป้ก, ขาดทุนเงียบ</a:t>
            </a:r>
          </a:p>
          <a:p>
            <a:r>
              <a:t> ตัดสินใจด้วยข้อมูล (Data-Driven)</a:t>
            </a:r>
          </a:p>
          <a:p>
            <a:r>
              <a:t>"ข้อมูลชี้ว่า ลูกค้า 70% สั่งเซ็ตคู่ช่วงเที่ยง"</a:t>
            </a:r>
          </a:p>
          <a:p>
            <a:r>
              <a:t>"ยอดเสิร์ช Trends ย่านนี้เพิ่มขึ้น 250%"</a:t>
            </a:r>
          </a:p>
          <a:p>
            <a:r>
              <a:t>"พยากรณ์ว่า วันพุธฝนตก Delivery โต 40% เตรียมของพอดี"</a:t>
            </a:r>
          </a:p>
          <a:p>
            <a:r>
              <a:t>✨ ผลลัพธ์: ลดของเสีย, เพิ่มกำไร, ยิงแอดตรงเป้า, เติบโตยั่งยืน</a:t>
            </a:r>
          </a:p>
          <a:p>
            <a:r>
              <a:t>📌 คำกล่าวของ W. Edwards Deming: "Without data, you're just another person with an opinion."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Content]</a:t>
            </a:r>
          </a:p>
          <a:p>
            <a:r>
              <a:t> Core Concept</a:t>
            </a:r>
          </a:p>
          <a:p>
            <a:r>
              <a:t>DS vs DA ต่างกันอย่างไร?</a:t>
            </a:r>
          </a:p>
          <a:p>
            <a:r>
              <a:t>Data Science vs Data Analytics</a:t>
            </a:r>
          </a:p>
          <a:p>
            <a:r>
              <a:t>สองวิชาที่เรียนคู่ขนานกัน แต่โฟกัสคนละมิติของเวลา:</a:t>
            </a:r>
          </a:p>
          <a:p>
            <a:r>
              <a:t>Data Analytics (DA)</a:t>
            </a:r>
          </a:p>
          <a:p>
            <a:r>
              <a:t>อดีต &amp; ปัจจุบัน</a:t>
            </a:r>
          </a:p>
          <a:p>
            <a:r>
              <a:t>🚗🪞</a:t>
            </a:r>
          </a:p>
          <a:p>
            <a:r>
              <a:t>"กระจกมองหลังของรถยนต์"</a:t>
            </a:r>
          </a:p>
          <a:p>
            <a:r>
              <a:t>ตอบคำถาม: เกิดอะไรขึ้น? (What happened?)</a:t>
            </a:r>
          </a:p>
          <a:p>
            <a:r>
              <a:t>ตอบคำถาม: ทำไมมันถึงเกิดขึ้น? (Why did it happen?)</a:t>
            </a:r>
          </a:p>
          <a:p>
            <a:r>
              <a:t>เน้นการสรุปรายงาน, Dashboard, ยอดขายย้อนหลัง</a:t>
            </a:r>
          </a:p>
          <a:p>
            <a:r>
              <a:t>Data Science (DS)</a:t>
            </a:r>
          </a:p>
          <a:p>
            <a:r>
              <a:t>อนาคต &amp; อัตโนมัติ</a:t>
            </a:r>
          </a:p>
          <a:p>
            <a:r>
              <a:t>🛰️🤖</a:t>
            </a:r>
          </a:p>
          <a:p>
            <a:r>
              <a:t>"GPS นำทาง &amp; Autopilot"</a:t>
            </a:r>
          </a:p>
          <a:p>
            <a:r>
              <a:t>ตอบคำถาม: อะไรจะเกิดขึ้นข้างหน้า? (What will happen?)</a:t>
            </a:r>
          </a:p>
          <a:p>
            <a:r>
              <a:t>ตอบคำถาม: เราควรทำอย่างไร? (What should we do?)</a:t>
            </a:r>
          </a:p>
          <a:p>
            <a:r>
              <a:t>เน้นการพยากรณ์ (Forecasting), โมเดลแนะนำ, AI Automation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Content]</a:t>
            </a:r>
          </a:p>
          <a:p>
            <a:r>
              <a:t> ตารางเปรียบเทียบเชิงลึก</a:t>
            </a:r>
          </a:p>
          <a:p>
            <a:r>
              <a:t>Deep Comparison</a:t>
            </a:r>
          </a:p>
          <a:p>
            <a:r>
              <a:t>สรุปความต่าง DA vs DS สำหรับเจ้าของธุรกิจ</a:t>
            </a:r>
          </a:p>
          <a:p>
            <a:r>
              <a:t>มิติการเปรียบเทียบ</a:t>
            </a:r>
          </a:p>
          <a:p>
            <a:r>
              <a:t>Data Analytics (DA)</a:t>
            </a:r>
          </a:p>
          <a:p>
            <a:r>
              <a:t>Data Science (DS)</a:t>
            </a:r>
          </a:p>
          <a:p>
            <a:r>
              <a:t>ช่วงเวลาที่โฟกัส</a:t>
            </a:r>
          </a:p>
          <a:p>
            <a:r>
              <a:t>อดีต (Past) ถึง ปัจจุบัน (Present)</a:t>
            </a:r>
          </a:p>
          <a:p>
            <a:r>
              <a:t>ปัจจุบัน ถึง อนาคต (Future)</a:t>
            </a:r>
          </a:p>
          <a:p>
            <a:r>
              <a:t>เป้าหมายหลัก</a:t>
            </a:r>
          </a:p>
          <a:p>
            <a:r>
              <a:t>ค้นหา Insight อธิบายสถานะและสาเหตุ</a:t>
            </a:r>
          </a:p>
          <a:p>
            <a:r>
              <a:t>พยากรณ์แนวโน้ม และตัดสินใจอัตโนมัติ</a:t>
            </a:r>
          </a:p>
          <a:p>
            <a:r>
              <a:t>ตัวอย่างคำถาม</a:t>
            </a:r>
          </a:p>
          <a:p>
            <a:r>
              <a:t>"เดือนก่อนเมนูไหนขายดี ทำไมยอดตก?"</a:t>
            </a:r>
          </a:p>
          <a:p>
            <a:r>
              <a:t>"สัปดาห์หน้าต้องตุนสต็อกกี่ชิ้น ควรตั้งราคาเท่าไร?"</a:t>
            </a:r>
          </a:p>
          <a:p>
            <a:r>
              <a:t>ผลลัพธ์ที่ได้</a:t>
            </a:r>
          </a:p>
          <a:p>
            <a:r>
              <a:t>Dashboard, กราฟสรุป, รายงาน KPI</a:t>
            </a:r>
          </a:p>
          <a:p>
            <a:r>
              <a:t>โมเดลพยากรณ์, ระบบแนะนำสินค้า, AI Pricing</a:t>
            </a:r>
          </a:p>
          <a:p>
            <a:r>
              <a:t>🤝 ความสัมพันธ์: ธุรกิจที่ประสบความสำเร็จต้องใช้ DA สรุปบทเรียนในอดีต ควบคู่กับ DS วางแผนอนาคต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Content]</a:t>
            </a:r>
          </a:p>
          <a:p>
            <a:r>
              <a:t> เสาหลักของ Data Science</a:t>
            </a:r>
          </a:p>
          <a:p>
            <a:r>
              <a:t>3 Pillars</a:t>
            </a:r>
          </a:p>
          <a:p>
            <a:r>
              <a:t>3 องค์ประกอบของ Data Science</a:t>
            </a:r>
          </a:p>
          <a:p>
            <a:r>
              <a:t>Data Science เกิดจากการรวม 3 ศาสตร์ โดยข้อ 3 คือจุดแข็งที่สุดของเรา:</a:t>
            </a:r>
          </a:p>
          <a:p>
            <a:r>
              <a:t>📐</a:t>
            </a:r>
          </a:p>
          <a:p>
            <a:r>
              <a:t>1. สถิติและคณิตศาสตร์</a:t>
            </a:r>
          </a:p>
          <a:p>
            <a:r>
              <a:t>เข้าใจค่าเฉลี่ย มัธยฐาน การกระจายตัว ความสัมพันธ์ เพื่อ</a:t>
            </a:r>
          </a:p>
          <a:p>
            <a:r>
              <a:t>อ่านตัวเลขได้ถูกต้อง</a:t>
            </a:r>
          </a:p>
          <a:p>
            <a:r>
              <a:t>💻</a:t>
            </a:r>
          </a:p>
          <a:p>
            <a:r>
              <a:t>2. เทคโนโลยี &amp; AI</a:t>
            </a:r>
          </a:p>
          <a:p>
            <a:r>
              <a:t>การใช้เครื่องมือประมวลผล (Excel + AI Chat) ช่วยคิด</a:t>
            </a:r>
          </a:p>
          <a:p>
            <a:r>
              <a:t>คำนวณและจำลองผลลัพธ์</a:t>
            </a:r>
          </a:p>
          <a:p>
            <a:r>
              <a:t>💼</a:t>
            </a:r>
          </a:p>
          <a:p>
            <a:r>
              <a:t>3. ความรู้ธุรกิจ (Domain)</a:t>
            </a:r>
          </a:p>
          <a:p>
            <a:r>
              <a:t>หัวใจของพวกเรา! ความเข้าใจลูกค้า, ตลาด, กำไร-ขาดทุน</a:t>
            </a:r>
          </a:p>
          <a:p>
            <a:r>
              <a:t>และตั้งคำถามถูกจุด</a:t>
            </a:r>
          </a:p>
          <a:p>
            <a:r>
              <a:t>🎯 ความจริง: คนเขียนโปรแกรมเก่งแต่ไม่เข้าใจธุรกิจ สร้างโมเดลที่ไร้ประโยชน์ได้ — Business Domain คือตัวนำทาง!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Content]</a:t>
            </a:r>
          </a:p>
          <a:p>
            <a:r>
              <a:t> Data Science Process</a:t>
            </a:r>
          </a:p>
          <a:p>
            <a:r>
              <a:t>กระบวนการทำงาน 5 ขั้นตอน</a:t>
            </a:r>
          </a:p>
          <a:p>
            <a:r>
              <a:t>วงจร Data Science 5 ขั้นตอนสำหรับธุรกิจ</a:t>
            </a:r>
          </a:p>
          <a:p>
            <a:r>
              <a:t>1</a:t>
            </a:r>
          </a:p>
          <a:p>
            <a:r>
              <a:t>1. ASK</a:t>
            </a:r>
          </a:p>
          <a:p>
            <a:r>
              <a:t>ตั้งคำถามธุรกิจ &amp; สมมติฐาน</a:t>
            </a:r>
          </a:p>
          <a:p>
            <a:r>
              <a:t>2</a:t>
            </a:r>
          </a:p>
          <a:p>
            <a:r>
              <a:t>2. COLLECT</a:t>
            </a:r>
          </a:p>
          <a:p>
            <a:r>
              <a:t>รวบรวมข้อมูล (POS, Web, CRM)</a:t>
            </a:r>
          </a:p>
          <a:p>
            <a:r>
              <a:t>3</a:t>
            </a:r>
          </a:p>
          <a:p>
            <a:r>
              <a:t>3. PREPARE</a:t>
            </a:r>
          </a:p>
          <a:p>
            <a:r>
              <a:t>จัดตาราง &amp; Clean ข้อมูลใน Excel</a:t>
            </a:r>
          </a:p>
          <a:p>
            <a:r>
              <a:t>4</a:t>
            </a:r>
          </a:p>
          <a:p>
            <a:r>
              <a:t>4. ANALYZE</a:t>
            </a:r>
          </a:p>
          <a:p>
            <a:r>
              <a:t>วิเคราะห์ &amp; ให้ AI ค้นหา Pattern</a:t>
            </a:r>
          </a:p>
          <a:p>
            <a:r>
              <a:t>5</a:t>
            </a:r>
          </a:p>
          <a:p>
            <a:r>
              <a:t>5. ACT</a:t>
            </a:r>
          </a:p>
          <a:p>
            <a:r>
              <a:t>สื่อสาร &amp; ลงมือตัดสินใจเชิงธุรกิจ</a:t>
            </a:r>
          </a:p>
          <a:p>
            <a:r>
              <a:t>กฎทอง: หากขั้นตอนที่ 1 (ตั้งคำถาม) ไม่ชัดเจน ขั้นตอนที่ 2–5 จะกลายเป็นความสูญเปล่าทันที!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Content]</a:t>
            </a:r>
          </a:p>
          <a:p>
            <a:r>
              <a:t> Process Deep Dive</a:t>
            </a:r>
          </a:p>
          <a:p>
            <a:r>
              <a:t>ขั้นตอนที่ 1 และ 2</a:t>
            </a:r>
          </a:p>
          <a:p>
            <a:r>
              <a:t>ขั้นที่ 1: ตั้งคำถาม &amp; ขั้นที่ 2: รวบรวมข้อมูล</a:t>
            </a:r>
          </a:p>
          <a:p>
            <a:r>
              <a:t>STEP 1</a:t>
            </a:r>
          </a:p>
          <a:p>
            <a:r>
              <a:t>Ask: ตั้งคำถามที่ดี</a:t>
            </a:r>
          </a:p>
          <a:p>
            <a:r>
              <a:t>❌ คำถามกว้างไป: "ทำไมยอดขายไม่ดี?"</a:t>
            </a:r>
          </a:p>
          <a:p>
            <a:r>
              <a:t>✅ คำถามที่ดี: "ลูกค้ากลุ่มไหนที่หยุดซื้อซ้ำในรอบ 30 วัน และเกิดจากเมนูใด?"</a:t>
            </a:r>
          </a:p>
          <a:p>
            <a:r>
              <a:t>คำถามที่ดีต้องเจาะจง วัดผลได้ และนำไปสู่ Action</a:t>
            </a:r>
          </a:p>
          <a:p>
            <a:r>
              <a:t>STEP 2</a:t>
            </a:r>
          </a:p>
          <a:p>
            <a:r>
              <a:t>Collect: รวบรวมข้อมูล</a:t>
            </a:r>
          </a:p>
          <a:p>
            <a:r>
              <a:t>ข้อมูลภายใน (Internal):</a:t>
            </a:r>
          </a:p>
          <a:p>
            <a:r>
              <a:t>ประวัติการขายใน POS, ยอดบิล, ข้อมูลสมาชิก</a:t>
            </a:r>
          </a:p>
          <a:p>
            <a:r>
              <a:t>ข้อมูลภายนอก (External):</a:t>
            </a:r>
          </a:p>
          <a:p>
            <a:r>
              <a:t>สภาพอากาศ, Google Trends, วันหยุดนักขัตฤกษ์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Content]</a:t>
            </a:r>
          </a:p>
          <a:p>
            <a:r>
              <a:t> Process Deep Dive</a:t>
            </a:r>
          </a:p>
          <a:p>
            <a:r>
              <a:t>ขั้นตอนที่ 3, 4 และ 5</a:t>
            </a:r>
          </a:p>
          <a:p>
            <a:r>
              <a:t>ขั้นที่ 3: เตรียม → ขั้นที่ 4: วิเคราะห์ → ขั้นที่ 5: นำไปใช้</a:t>
            </a:r>
          </a:p>
          <a:p>
            <a:r>
              <a:t>STEP 3</a:t>
            </a:r>
          </a:p>
          <a:p>
            <a:r>
              <a:t>3. PREPARE</a:t>
            </a:r>
          </a:p>
          <a:p>
            <a:r>
              <a:t>Data Cleaning: ข้อมูลจริงมักพิมพ์ผิด วันที่สลับฟอร์แมต</a:t>
            </a:r>
          </a:p>
          <a:p>
            <a:r>
              <a:t>ช่องว่างเกิน ต้องคลีนใน Excel ให้เรียบร้อย (Garbage In</a:t>
            </a:r>
          </a:p>
          <a:p>
            <a:r>
              <a:t>= Garbage Out)</a:t>
            </a:r>
          </a:p>
          <a:p>
            <a:r>
              <a:t>STEP 4</a:t>
            </a:r>
          </a:p>
          <a:p>
            <a:r>
              <a:t>4. ANALYZE</a:t>
            </a:r>
          </a:p>
          <a:p>
            <a:r>
              <a:t>หา Pattern &amp; Insight: สรุปสถิติพื้นฐาน และส่งข้อมูลให้</a:t>
            </a:r>
          </a:p>
          <a:p>
            <a:r>
              <a:t>AI Chat ช่วยวิเคราะห์หาสินค้าขายดี/ช้า และคาดการณ์แนว</a:t>
            </a:r>
          </a:p>
          <a:p>
            <a:r>
              <a:t>โน้ม</a:t>
            </a:r>
          </a:p>
          <a:p>
            <a:r>
              <a:t>STEP 5</a:t>
            </a:r>
          </a:p>
          <a:p>
            <a:r>
              <a:t>5. ACT</a:t>
            </a:r>
          </a:p>
          <a:p>
            <a:r>
              <a:t>ลงมือตัดสินใจ: นำผลลัพธ์มาปรับโปรโมชั่น, วางแผนสต็อก</a:t>
            </a:r>
          </a:p>
          <a:p>
            <a:r>
              <a:t>วัตถุดิบ, หรือปรับเปลี่ยนราคาสินค้าเพื่อเพิ่มกำไร</a:t>
            </a:r>
          </a:p>
          <a:p>
            <a:r>
              <a:t>🚀 เป้าหมายปลายทาง: ข้อมูลต้องนำไปสู่ "การกระทำที่สร้างผลลัพธ์ทางธุรกิจ (Business Action)"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Content]</a:t>
            </a:r>
          </a:p>
          <a:p>
            <a:r>
              <a:t>Data Science ในชีวิตจริง</a:t>
            </a:r>
          </a:p>
          <a:p>
            <a:r>
              <a:t>ของธุรกิจไทยรอบตัวเรา</a:t>
            </a:r>
          </a:p>
          <a:p>
            <a:r>
              <a:t>THAILAND CASE STUDIES</a:t>
            </a:r>
          </a:p>
          <a:p>
            <a:r>
              <a:t>Data Science ในชีวิตจริง</a:t>
            </a:r>
          </a:p>
          <a:p>
            <a:r>
              <a:t>ของธุรกิจไทยรอบตัวเรา</a:t>
            </a:r>
          </a:p>
          <a:p>
            <a:r>
              <a:t>มาดูกันว่าแอปพลิเคชันและธุรกิจที่เราใช้บริการทุกวัน นำ Data Science มา</a:t>
            </a:r>
          </a:p>
          <a:p>
            <a:r>
              <a:t>ขับเคลื่อนและสร้างรายได้มหาศาลได้อย่างไร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Content]</a:t>
            </a:r>
          </a:p>
          <a:p>
            <a:r>
              <a:t> Case Study 1: Ride Hailing &amp; Delivery</a:t>
            </a:r>
          </a:p>
          <a:p>
            <a:r>
              <a:t>Grab &amp; LINE MAN</a:t>
            </a:r>
          </a:p>
          <a:p>
            <a:r>
              <a:t>Grab &amp; LINE MAN: Dynamic Pricing &amp; Matching</a:t>
            </a:r>
          </a:p>
          <a:p>
            <a:r>
              <a:t> 1. Dynamic Pricing (ราคาตามสถานการณ์)</a:t>
            </a:r>
          </a:p>
          <a:p>
            <a:r>
              <a:t>ฝนตกหนักตอน 18.00 น. คนกดเรียกรถ 1,000 คน แต่มีคนขับ 100 คัน...</a:t>
            </a:r>
          </a:p>
          <a:p>
            <a:r>
              <a:t>Data Science Model: ปรับราคาขึ้นอัตโนมัติ เพื่อจูงใจให้คนขับเปิดแอป และจัดสรรรถ</a:t>
            </a:r>
          </a:p>
          <a:p>
            <a:r>
              <a:t>ให้คนที่จำเป็นที่สุด</a:t>
            </a:r>
          </a:p>
          <a:p>
            <a:r>
              <a:t> 2. Intelligent Driver Matching</a:t>
            </a:r>
          </a:p>
          <a:p>
            <a:r>
              <a:t>ไม่ใช่แค่เลือกรถที่อยู่ใกล้สุด แต่คำนวณจาก สภาพจราจรแบบ Real-time, ทิศทางการก</a:t>
            </a:r>
          </a:p>
          <a:p>
            <a:r>
              <a:t>ลับรถ, ประวัติการรับงาน เพื่อให้ผู้โดยสารรอน้อยที่สุด</a:t>
            </a:r>
          </a:p>
          <a:p>
            <a:r>
              <a:t>เบื้องหลัง: ใช้ข้อมูล GPS, ประวัติการเดินทาง, สภาพอากาศ, และความหนาแน่นจราจร ประมวลผลแบบ Real-time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Content]</a:t>
            </a:r>
          </a:p>
          <a:p>
            <a:r>
              <a:t> Case Study 2: E-Commerce</a:t>
            </a:r>
          </a:p>
          <a:p>
            <a:r>
              <a:t>Shopee &amp; TikTok Shop</a:t>
            </a:r>
          </a:p>
          <a:p>
            <a:r>
              <a:t>Shopee: Personalized Recommendation</a:t>
            </a:r>
          </a:p>
          <a:p>
            <a:r>
              <a:t> หน้าแรกของทุกคน "ไม่เหมือนกัน"</a:t>
            </a:r>
          </a:p>
          <a:p>
            <a:r>
              <a:t>แอป Shopee ประมวลผลพฤติกรรมของคุณทันที:</a:t>
            </a:r>
          </a:p>
          <a:p>
            <a:r>
              <a:t>สินค้าที่คุณเคยคลิกดูในรอบ 24 ชั่วโมง</a:t>
            </a:r>
          </a:p>
          <a:p>
            <a:r>
              <a:t>สินค้าค้างในตะกร้าที่ยังไม่ชำระเงิน</a:t>
            </a:r>
          </a:p>
          <a:p>
            <a:r>
              <a:t>หมวดหมู่สินค้าที่คุณใช้เวลาดูนานที่สุด</a:t>
            </a:r>
          </a:p>
          <a:p>
            <a:r>
              <a:t> พลังของ Recommendation Engine</a:t>
            </a:r>
          </a:p>
          <a:p>
            <a:r>
              <a:t>ระบบ AI จะเลือกแสดงสินค้าที่มีโอกาสที่คุณจะ "กดซื้อทันที" สูงสุด ส่งผลให้อัตราการปิด</a:t>
            </a:r>
          </a:p>
          <a:p>
            <a:r>
              <a:t>การขาย (Conversion Rate) เพิ่มขึ้นหลายเท่าตัว!</a:t>
            </a:r>
          </a:p>
          <a:p>
            <a:r>
              <a:t>🎯 "รู้ใจลูกค้า ก่อนที่ลูกค้าจะรู้ตัวเอง"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15 Content]</a:t>
            </a:r>
          </a:p>
          <a:p>
            <a:r>
              <a:t> Case Study 3: SME &amp; Cafe</a:t>
            </a:r>
          </a:p>
          <a:p>
            <a:r>
              <a:t>ร้านกาแฟ &amp; ร้านอาหารขนาดเล็ก</a:t>
            </a:r>
          </a:p>
          <a:p>
            <a:r>
              <a:t>ร้านกาแฟ SME ใช้ Data Science ทำอะไรได้บ้าง?</a:t>
            </a:r>
          </a:p>
          <a:p>
            <a:r>
              <a:t>📦</a:t>
            </a:r>
          </a:p>
          <a:p>
            <a:r>
              <a:t>Demand Forecasting</a:t>
            </a:r>
          </a:p>
          <a:p>
            <a:r>
              <a:t>คาดการณ์ยอดสั่งเครื่องดื่มล่วงหน้า สั่งนมสดและเมล็ดกาแฟ</a:t>
            </a:r>
          </a:p>
          <a:p>
            <a:r>
              <a:t>พอดี ลดของเสียหมดอายุ (Zero Waste)</a:t>
            </a:r>
          </a:p>
          <a:p>
            <a:r>
              <a:t>🥐☕</a:t>
            </a:r>
          </a:p>
          <a:p>
            <a:r>
              <a:t>Basket Analysis</a:t>
            </a:r>
          </a:p>
          <a:p>
            <a:r>
              <a:t>วิเคราะห์ว่ากาแฟตัวไหนมักถูกสั่งคู่กับครัวซองต์ จัด Bundle</a:t>
            </a:r>
          </a:p>
          <a:p>
            <a:r>
              <a:t>Set เพิ่มยอดใช้จ่ายต่อบิล</a:t>
            </a:r>
          </a:p>
          <a:p>
            <a:r>
              <a:t>👥⏱️</a:t>
            </a:r>
          </a:p>
          <a:p>
            <a:r>
              <a:t>Shift Scheduling</a:t>
            </a:r>
          </a:p>
          <a:p>
            <a:r>
              <a:t>วิเคราะห์ชั่วโมง Peak Hours จัดตารางบาริสต้าให้พอดี ลูกค้า</a:t>
            </a:r>
          </a:p>
          <a:p>
            <a:r>
              <a:t>ไม่ต้องรอนาน และไม่เปลืองค่าแรง</a:t>
            </a:r>
          </a:p>
          <a:p>
            <a:r>
              <a:t>💡 บทเรียน: Data Science ไม่จำเป็นต้องลงทุนหลักล้าน — ร้านเล็กๆ ที่ใช้ข้อมูลเป็น ก็สร้างความได้เปรียบได้ทันที!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16 Content]</a:t>
            </a:r>
          </a:p>
          <a:p>
            <a:r>
              <a:t> Entrepreneur Skills</a:t>
            </a:r>
          </a:p>
          <a:p>
            <a:r>
              <a:t>ทักษะเจ้าของธุรกิจยุคใหม่</a:t>
            </a:r>
          </a:p>
          <a:p>
            <a:r>
              <a:t>3 ทักษะข้อมูลของเจ้าของธุรกิจยุค AI</a:t>
            </a:r>
          </a:p>
          <a:p>
            <a:r>
              <a:t>SKILL 1</a:t>
            </a:r>
          </a:p>
          <a:p>
            <a:r>
              <a:t>Data Thinking</a:t>
            </a:r>
          </a:p>
          <a:p>
            <a:r>
              <a:t>ความสามารถในการมองเห็นโอกาสทางธุรกิจจากข้อมูล และ</a:t>
            </a:r>
          </a:p>
          <a:p>
            <a:r>
              <a:t>ตั้งคำถามที่ชัดเจนเพื่อหาคำตอบ</a:t>
            </a:r>
          </a:p>
          <a:p>
            <a:r>
              <a:t>SKILL 2</a:t>
            </a:r>
          </a:p>
          <a:p>
            <a:r>
              <a:t>Data Translation</a:t>
            </a:r>
          </a:p>
          <a:p>
            <a:r>
              <a:t>ทักษะการแปลผลตัวเลขกราฟิก ให้กลายเป็น "แผนการ</a:t>
            </a:r>
          </a:p>
          <a:p>
            <a:r>
              <a:t>ตัดสินใจและกลยุทธ์ทางธุรกิจ"</a:t>
            </a:r>
          </a:p>
          <a:p>
            <a:r>
              <a:t>SKILL 3</a:t>
            </a:r>
          </a:p>
          <a:p>
            <a:r>
              <a:t>AI Collaboration</a:t>
            </a:r>
          </a:p>
          <a:p>
            <a:r>
              <a:t>ความสามารถในการสั่งงาน AI Chat (Prompt) ให้เป็นผู้</a:t>
            </a:r>
          </a:p>
          <a:p>
            <a:r>
              <a:t>ช่วยวิเคราะห์ พร้อมตรวจสอบความถูกต้อง</a:t>
            </a:r>
          </a:p>
          <a:p>
            <a:r>
              <a:t>🤝 เราไม่จำเป็นต้องเป็น Coder แต่ต้องเป็น "Data-Driven Leader" ที่สั่งงานและอ่านผลออก!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17 Content]</a:t>
            </a:r>
          </a:p>
          <a:p>
            <a:r>
              <a:t> Your 24/7 Data Assistant</a:t>
            </a:r>
          </a:p>
          <a:p>
            <a:r>
              <a:t>AI Chat Copilot</a:t>
            </a:r>
          </a:p>
          <a:p>
            <a:r>
              <a:t>แนะนำผู้ช่วยตลอดหลักสูตร: AI Chat</a:t>
            </a:r>
          </a:p>
          <a:p>
            <a:r>
              <a:t>เราจะใช้ AI Chat ชั้นนำเป็น "ที่ปรึกษาธุรกิจและนักวิเคราะห์ข้อมูลส่วนตัว":</a:t>
            </a:r>
          </a:p>
          <a:p>
            <a:r>
              <a:t></a:t>
            </a:r>
          </a:p>
          <a:p>
            <a:r>
              <a:t>ChatGPT</a:t>
            </a:r>
          </a:p>
          <a:p>
            <a:r>
              <a:t>เด่นเรื่องการคิดวิเคราะห์เชิงตรรกะ, วางโครงสร้างข้อมูล, และ</a:t>
            </a:r>
          </a:p>
          <a:p>
            <a:r>
              <a:t>ช่วยคิดกลยุทธ์ธุรกิจ</a:t>
            </a:r>
          </a:p>
          <a:p>
            <a:r>
              <a:t></a:t>
            </a:r>
          </a:p>
          <a:p>
            <a:r>
              <a:t>Google Gemini</a:t>
            </a:r>
          </a:p>
          <a:p>
            <a:r>
              <a:t>เก่งภาษาไทยที่ลื่นไหล, เชื่อมต่อข้อมูล Real-time และอ่าน</a:t>
            </a:r>
          </a:p>
          <a:p>
            <a:r>
              <a:t>เอกสารขนาดใหญ่</a:t>
            </a:r>
          </a:p>
          <a:p>
            <a:r>
              <a:t></a:t>
            </a:r>
          </a:p>
          <a:p>
            <a:r>
              <a:t>Claude</a:t>
            </a:r>
          </a:p>
          <a:p>
            <a:r>
              <a:t>เชี่ยวชาญการอ่านเอกสารยาวๆ และการสื่อสารเชิง Data</a:t>
            </a:r>
          </a:p>
          <a:p>
            <a:r>
              <a:t>Storytelling ที่สละสลวย</a:t>
            </a:r>
          </a:p>
          <a:p>
            <a:r>
              <a:t>📱 สมัครบัญชีใช้งานฟรีเตรียมไว้บนเบราว์เซอร์หรือสมาร์ทโฟนของทุกคน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18 Content]</a:t>
            </a:r>
          </a:p>
          <a:p>
            <a:r>
              <a:t> AI Prompting &amp; Caution</a:t>
            </a:r>
          </a:p>
          <a:p>
            <a:r>
              <a:t>Prompt Preview &amp; Ethics</a:t>
            </a:r>
          </a:p>
          <a:p>
            <a:r>
              <a:t>กฎเหล็กในการใช้ AI วิเคราะห์ข้อมูลธุรกิจ</a:t>
            </a:r>
          </a:p>
          <a:p>
            <a:r>
              <a:t> โครงสร้างการสั่งงาน (Prompting)</a:t>
            </a:r>
          </a:p>
          <a:p>
            <a:r>
              <a:t>"คุณคือที่ปรึกษาธุรกิจร้านอาหาร (Role)</a:t>
            </a:r>
          </a:p>
          <a:p>
            <a:r>
              <a:t>นี่คือข้อมูลยอดขาย 1 สัปดาห์ (Context &amp; Data)</a:t>
            </a:r>
          </a:p>
          <a:p>
            <a:r>
              <a:t>ช่วยวิเคราะห์ว่าเมนูไหนควรงดขายวันธรรมดา (Task)</a:t>
            </a:r>
          </a:p>
          <a:p>
            <a:r>
              <a:t>สรุปเป็นตาราง พร้อมเหตุผล 3 ข้อ (Format)"</a:t>
            </a:r>
          </a:p>
          <a:p>
            <a:r>
              <a:t> 3 สิ่งที่ต้องระวังเด็ดขาด!</a:t>
            </a:r>
          </a:p>
          <a:p>
            <a:r>
              <a:t>AI Hallucination: AI อาจ "กุข้อมูลเอง" ต้อง Fact-check เสมอ</a:t>
            </a:r>
          </a:p>
          <a:p>
            <a:r>
              <a:t>PDPA &amp; Privacy: ห้ามอัปโหลดชื่อลูกค้า, เลขบัตรประชาชน หรือเบอร์โทรศัพท์ลง AI สาธารณะ</a:t>
            </a:r>
          </a:p>
          <a:p>
            <a:r>
              <a:t>Decision Maker: AI เป็นเพียงผู้ช่วย (Copilot) เราคือผู้ตัดสินใจ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19 Content]</a:t>
            </a:r>
          </a:p>
          <a:p>
            <a:r>
              <a:t>กิจกรรม: "Data ในชีวิตประจำวันของธุรกิจ"</a:t>
            </a:r>
          </a:p>
          <a:p>
            <a:r>
              <a:t>WORKSHOP TIME (70 นาที)</a:t>
            </a:r>
          </a:p>
          <a:p>
            <a:r>
              <a:t>กิจกรรม: "Data ในชีวิตประจำวันของธุรกิจ"</a:t>
            </a:r>
          </a:p>
          <a:p>
            <a:r>
              <a:t>สำรวจจุดกำเนิดข้อมูล 1 วัน + ตั้ง 5 คำถามทองคำทางธุรกิจ + ทดลองใช้ AI Chat</a:t>
            </a:r>
          </a:p>
          <a:p>
            <a:r>
              <a:t>กลุ่มละ 4–5 คน</a:t>
            </a:r>
          </a:p>
          <a:p>
            <a:r>
              <a:t>เวลา: 10.00 - 11.10 น.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20 Content]</a:t>
            </a:r>
          </a:p>
          <a:p>
            <a:r>
              <a:t> Workshop Mission</a:t>
            </a:r>
          </a:p>
          <a:p>
            <a:r>
              <a:t>ภารกิจ 4 ตอนของกลุ่ม</a:t>
            </a:r>
          </a:p>
          <a:p>
            <a:r>
              <a:t>4 ภารกิจในใบงาน Workshop</a:t>
            </a:r>
          </a:p>
          <a:p>
            <a:r>
              <a:t>1</a:t>
            </a:r>
          </a:p>
          <a:p>
            <a:r>
              <a:t>เลือกโมเดลธุรกิจ</a:t>
            </a:r>
          </a:p>
          <a:p>
            <a:r>
              <a:t>เลือก 1 ธุรกิจ (คาเฟ่, เสื้อผ้า, คาร์แคร์, ชานม)</a:t>
            </a:r>
          </a:p>
          <a:p>
            <a:r>
              <a:t>กำหนดชื่อร้าน &amp; ลูกค้า</a:t>
            </a:r>
          </a:p>
          <a:p>
            <a:r>
              <a:t>2</a:t>
            </a:r>
          </a:p>
          <a:p>
            <a:r>
              <a:t>Data Touchpoints</a:t>
            </a:r>
          </a:p>
          <a:p>
            <a:r>
              <a:t>สำรวจ 1 วันของร้าน มีข้อมูลอะไรเกิดขึ้นและ</a:t>
            </a:r>
          </a:p>
          <a:p>
            <a:r>
              <a:t>เก็บไว้ที่ไหน (POS, LINE)</a:t>
            </a:r>
          </a:p>
          <a:p>
            <a:r>
              <a:t>3</a:t>
            </a:r>
          </a:p>
          <a:p>
            <a:r>
              <a:t>5 คำถามทองคำ</a:t>
            </a:r>
          </a:p>
          <a:p>
            <a:r>
              <a:t>ตั้งคำถาม 5 ด้าน (ยอดขาย, ลูกค้า, สต็อก,</a:t>
            </a:r>
          </a:p>
          <a:p>
            <a:r>
              <a:t>ช่องทางขาย, และคำถามพยากรณ์)</a:t>
            </a:r>
          </a:p>
          <a:p>
            <a:r>
              <a:t>4</a:t>
            </a:r>
          </a:p>
          <a:p>
            <a:r>
              <a:t>ลองถาม AI Chat</a:t>
            </a:r>
          </a:p>
          <a:p>
            <a:r>
              <a:t>นำคำถามใส่ Prompt ถาม AI Chat บันทึก</a:t>
            </a:r>
          </a:p>
          <a:p>
            <a:r>
              <a:t>ข้อเสนอแนะที่น่าสนใจ</a:t>
            </a:r>
          </a:p>
          <a:p>
            <a:r>
              <a:t>🎤 ช่วงท้าย (10.50 - 11.10 น.): สุ่มตัวแทน 3-4 กลุ่ม ออกมา Pitching หน้าห้อง กลุ่มละ 2 นาที!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21 Content]</a:t>
            </a:r>
          </a:p>
          <a:p>
            <a:r>
              <a:t>🎮 Kahoot! Quiz Arena</a:t>
            </a:r>
          </a:p>
          <a:p>
            <a:r>
              <a:t>คะแนนเก็บ 20%</a:t>
            </a:r>
          </a:p>
          <a:p>
            <a:r>
              <a:t>🎮 Kahoot! Quiz Arena</a:t>
            </a:r>
          </a:p>
          <a:p>
            <a:r>
              <a:t>ประลองความรู้ 10 ข้อ · มีทั้งคำตอบเดียวและเลือกหลายคำตอบ!</a:t>
            </a:r>
          </a:p>
          <a:p>
            <a:r>
              <a:t>📲 เปิดสมาร์ทโฟน เข้าเว็บ kahoot.it หรือเปิดแอป</a:t>
            </a:r>
          </a:p>
          <a:p>
            <a:r>
              <a:t>ใส่ชื่อเล่นตามด้วยรหัสนักศึกษา เช่น: โบ๊ท 66123456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22 Content]</a:t>
            </a:r>
          </a:p>
          <a:p>
            <a:r>
              <a:t> Wrap-up &amp; Next Step</a:t>
            </a:r>
          </a:p>
          <a:p>
            <a:r>
              <a:t>สรุปบทเรียนประจำสัปดาห์</a:t>
            </a:r>
          </a:p>
          <a:p>
            <a:r>
              <a:t>สรุปประเด็นสำคัญประจำครั้งที่ 1</a:t>
            </a:r>
          </a:p>
          <a:p>
            <a:r>
              <a:t> สิ่งที่เราได้เรียนรู้วันนี้</a:t>
            </a:r>
          </a:p>
          <a:p>
            <a:r>
              <a:t>Data Science คือการแปลงข้อมูลให้เกิดการตัดสินใจและมูลค่าธุรกิจ</a:t>
            </a:r>
          </a:p>
          <a:p>
            <a:r>
              <a:t>DA มองย้อนหลัง (กระจกมองหลัง) vs DS มองอนาคต (GPS นำทาง)</a:t>
            </a:r>
          </a:p>
          <a:p>
            <a:r>
              <a:t>5 ขั้นตอน: Ask → Collect → Prepare → Analyze → Act</a:t>
            </a:r>
          </a:p>
          <a:p>
            <a:r>
              <a:t>AI Chat คือผู้ช่วยวิเคราะห์ (Copilot) เราคือผู้ตัดสินใจ</a:t>
            </a:r>
          </a:p>
          <a:p>
            <a:r>
              <a:t> ครั้งที่ 2 สัปดาห์หน้า</a:t>
            </a:r>
          </a:p>
          <a:p>
            <a:r>
              <a:t>SESSION 2 PREVIEW</a:t>
            </a:r>
          </a:p>
          <a:p>
            <a:r>
              <a:t>Data Thinking — ศิลปะการตั้งคำถามและสมมติฐาน</a:t>
            </a:r>
          </a:p>
          <a:p>
            <a:r>
              <a:t>การตั้งคำถามที่ดี (Asking the Right Questions)</a:t>
            </a:r>
          </a:p>
          <a:p>
            <a:r>
              <a:t>Hypothesis Thinking (การตั้งสมมติฐานก่อนวิเคราะห์)</a:t>
            </a:r>
          </a:p>
          <a:p>
            <a:r>
              <a:t>4 ระดับการวิเคราะห์: Descriptive → Diagnostic → Predictive → Prescriptive</a:t>
            </a:r>
          </a:p>
          <a:p>
            <a:r>
              <a:t>🎉 ขอบคุณทุกคนสำหรับความตั้งใจ และพบกันใหม่วันพุธหน้า 09.00 น. ครับ!</a:t>
            </a:r>
          </a:p>
          <a:p>
            <a:r>
              <a:t>📘 Fundamentals of Data Science | ม.ศรีปทุม</a:t>
            </a:r>
          </a:p>
          <a:p>
            <a:r>
              <a:t>อาจารย์สุรชัย โกยสันติสุข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